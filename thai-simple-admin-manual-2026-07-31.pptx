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87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Leelawadee UI"/>
              </a:rPr>
              <a:t>คู่มือใช้งานแดชบอร์ดรถ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121F30"/>
                </a:solidFill>
                <a:latin typeface="Leelawadee UI"/>
              </a:rPr>
              <a:t>คู่มือใช้งานแดชบอร์ดรถ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0">
                <a:solidFill>
                  <a:srgbClr val="475569"/>
                </a:solidFill>
                <a:latin typeface="Leelawadee UI"/>
              </a:rPr>
              <a:t>แบบง่ายมาก สำหรับคนไม่ใช้คอม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23160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รถใหม่จดทะเบียนประเทศไทย · Thailand DLT Dashboard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360" y="3291840"/>
            <a:ext cx="1828800" cy="86868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880360" y="34015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Leelawadee UI"/>
              </a:rPr>
              <a:t>เปิดเว็บ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66360" y="3291840"/>
            <a:ext cx="1828800" cy="86868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0" y="34015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Leelawadee UI"/>
              </a:rPr>
              <a:t>อัปเดต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52360" y="3291840"/>
            <a:ext cx="1828800" cy="868680"/>
          </a:xfrm>
          <a:prstGeom prst="roundRect">
            <a:avLst>
              <a:gd name="adj" fmla="val 28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52360" y="3401568"/>
            <a:ext cx="1828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2563EB"/>
                </a:solidFill>
                <a:latin typeface="Leelawadee UI"/>
              </a:rPr>
              <a:t>เผยแพร่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4663440"/>
            <a:ext cx="85039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A34A"/>
                </a:solidFill>
                <a:latin typeface="Leelawadee UI"/>
              </a:rPr>
              <a:t>จำแค่ 3 เรื่องนี้ก็พอ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ไฟล์: thai-simple-admin-manual-2026-07-31.pptx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จำปุ่มหลัก 3 ปุ่ม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ปุ่มทุกปุ่มอยู่ที่โฟลเดอร์โปรเจกต์ (car_dlt) แล้วดับเบิลคลิก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3291840" cy="5029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103120" y="171907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2000" b="1">
                <a:solidFill>
                  <a:srgbClr val="16A34A"/>
                </a:solidFill>
                <a:latin typeface="Leelawade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3317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21F30"/>
                </a:solidFill>
                <a:latin typeface="Leelawadee UI"/>
              </a:rPr>
              <a:t>START.bat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880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16A34A"/>
                </a:solidFill>
                <a:latin typeface="Leelawadee UI"/>
              </a:rPr>
              <a:t>เปิดเว็บดูข้อมูล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429000"/>
            <a:ext cx="2651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ใช้ดูแดชบอร์ด / หน้า Report ได้ตลอดเวลา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5544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29184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715000" y="171907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2000" b="1">
                <a:solidFill>
                  <a:srgbClr val="2563EB"/>
                </a:solidFill>
                <a:latin typeface="Leelawade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3317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21F30"/>
                </a:solidFill>
                <a:latin typeface="Leelawadee UI"/>
              </a:rPr>
              <a:t>MONTHLY_UPDATE.bat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880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Leelawadee UI"/>
              </a:rPr>
              <a:t>ใส่ข้อมูลเดือนใหม่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429000"/>
            <a:ext cx="2651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ใช้เฉพาะเมื่อได้ไฟล์ Excel ใหม่จาก DLT แล้ว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291840" cy="384048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46720" y="1554480"/>
            <a:ext cx="3291840" cy="50292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326880" y="171907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2000" b="1">
                <a:solidFill>
                  <a:srgbClr val="DC2626"/>
                </a:solidFill>
                <a:latin typeface="Leelawade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33172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21F30"/>
                </a:solidFill>
                <a:latin typeface="Leelawadee UI"/>
              </a:rPr>
              <a:t>BUILD_RELEASE.bat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880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DC2626"/>
                </a:solidFill>
                <a:latin typeface="Leelawadee UI"/>
              </a:rPr>
              <a:t>ตรวจก่อนปล่อยจริง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3429000"/>
            <a:ext cx="265176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ต้องรันทุกครั้ง ก่อนเผยแพร่เว็บ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669280"/>
            <a:ext cx="9601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>
                <a:solidFill>
                  <a:srgbClr val="475569"/>
                </a:solidFill>
                <a:latin typeface="Leelawadee UI"/>
              </a:rPr>
              <a:t>ไม่ต้องใช้ Git ไม่ต้องเปิด terminal ไม่ต้องแก้โค้ด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เปิดเว็บดูข้อมูล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ใช้ได้ทุกเวลา แค่ปุ่มเดียว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ดับเบิลคลิก START.bat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รอให้เว็บเปิดเอง (ครั้งแรกอาจติดตั้งของที่ขาดให้อัตโนมัติ)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ถ้าเว็บไม่เปิด ให้เปิดเองที่ http://localhost:3001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ไม่ต้องแก้ไฟล์อะไรเลย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Leelawadee UI"/>
              </a:rPr>
              <a:t>ถ้าเว็บเก่า/ขัดข้อง ข้อมูลจะยังเป็นชุดล่าสุดที่ใช้ได้เสมอ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อัปเดตเดือนใหม่ ต้องมีไฟล์ 2 ไฟล์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ได้ไฟล์จาก DLT แล้วค่อยอัปเดต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4846320" cy="2377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14400" y="1554480"/>
            <a:ext cx="4846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2763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elawadee UI"/>
              </a:rPr>
              <a:t>ไฟล์ที่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33172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1F30"/>
                </a:solidFill>
                <a:latin typeface="Leelawadee UI"/>
              </a:rPr>
              <a:t>ยี่ห้อรถ + เชื้อเพลิง + จังหวัด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554480"/>
            <a:ext cx="4846320" cy="237744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554480"/>
            <a:ext cx="484632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27632"/>
            <a:ext cx="42976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elawadee UI"/>
              </a:rPr>
              <a:t>ไฟล์ที่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31720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1F30"/>
                </a:solidFill>
                <a:latin typeface="Leelawadee UI"/>
              </a:rPr>
              <a:t>ยี่ห้อรถ + รุ่นรถ + จังหวัด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475569"/>
                </a:solidFill>
                <a:latin typeface="Leelawadee UI"/>
              </a:rPr>
              <a:t>ทั้ง 2 ไฟล์ต้องมีครบ มาใหม่ทุกเดือน และต้องเป็นไฟล์ Excel ของเดือนใหม่ล่าสุด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21208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Leelawadee UI"/>
              </a:rPr>
              <a:t>โฟลเดอร์ที่ใช้:  backend/raw data/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วางไฟล์ไว้ที่โฟลเดอร์นี้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00200"/>
            <a:ext cx="8595360" cy="10058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103120" y="1810512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latin typeface="Leelawadee UI"/>
              </a:rPr>
              <a:t>backend/raw data/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92608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92608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ลบไฟล์ Excel เก่าออกก่อน (หรือย้ายไปเก็บไว้นอกโฟลเดอร์)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63931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363931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วางไฟล์ใหม่แค่ 2 ไฟล์เท่านั้น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35254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435254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อย่าเปิดไฟล์ Excel ค้างไว้ตอนรัน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Leelawadee UI"/>
              </a:rPr>
              <a:t>โฟลเดอร์นี้เก็บแค่ข้อมูลดิบเดือนล่าสุด เพื่อไม่ให้ระบบสับสน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เริ่มอัปเดต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รอจนเสร็จ อย่าใจร้อน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6675120" cy="9601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673352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latin typeface="Leelawadee UI"/>
              </a:rPr>
              <a:t>ดับเบิลคลิก MONTHLY_UPDATE.bat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รอจนหน้าต่างบอกว่าเสร็จ (อาจใช้เวลาหลายนาที)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564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5643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อย่าปิดหน้าต่างกลางทางเด็ดขาด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96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966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ถ้าล้มเหลว ข้อมูลเก่ายังอยู่ครบ ไม่เสียหาย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รันเสร็จแล้ว อ่านสรุป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สรุปผลอยู่ที่ไฟล์นี้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63040"/>
            <a:ext cx="8595360" cy="9601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11680" y="1673352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Leelawadee UI"/>
              </a:rPr>
              <a:t>reports/monthly_operator_summary.txt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ดูว่ารันสำเร็จหรือไม่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564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5643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ดูว่ามีรุ่นรถรอตรวจ (Pending) หรือไม่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96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966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ถ้ามีปัญหา ส่งไฟล์สรุป + ไฟล์ log ล่าสุดให้ AI / ทีมงาน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log ละเอียดอยู่ที่  logs/  ไฟล์ชื่อ monthly-update-วันที่-เวลา.txt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ผลลัพธ์ 3 แบบ หลังรันอัปเดต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51560" y="1920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16A34A"/>
                </a:solidFill>
                <a:latin typeface="Leelawadee UI"/>
              </a:rPr>
              <a:t>สำเร็จ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60604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เผยแพร่ข้อมูลใหม่แล้ว
ไม่มีรุ่นรอตรวจ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64592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B45309"/>
                </a:solidFill>
                <a:latin typeface="Leelawadee UI"/>
              </a:rPr>
              <a:t>ต้องตรวจเพิ่ม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60604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เผยแพร่แล้ว
แต่มีรุ่นใหม่รอตรวจ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291840" cy="301752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92024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C2626"/>
                </a:solidFill>
                <a:latin typeface="Leelawadee UI"/>
              </a:rPr>
              <a:t>ไม่สำเร็จ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606040"/>
            <a:ext cx="26517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ข้อมูลเดิมยังอยู่ครบ
อ่านข้อความแล้วแก้ตาม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212080"/>
            <a:ext cx="9601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475569"/>
                </a:solidFill>
                <a:latin typeface="Leelawadee UI"/>
              </a:rPr>
              <a:t>ทุกกรณี แดชบอร์ดจะเปิดด้วยข้อมูลชุดล่าสุดที่ใช้ได้เสมอ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ถ้าเห็นคำว่า Pending ไม่ต้องตกใจ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รุ่นรถใหม่ทุกรุ่นเริ่มเป็น pending ก่อน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1600200"/>
            <a:ext cx="4754880" cy="2651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5840" y="1600200"/>
            <a:ext cx="4754880" cy="457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80160" y="16733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elawadee UI"/>
              </a:rPr>
              <a:t>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331720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1F30"/>
                </a:solidFill>
                <a:latin typeface="Leelawadee UI"/>
              </a:rPr>
              <a:t>แปลว่า รอตรวจ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600200"/>
            <a:ext cx="4754880" cy="265176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00800" y="1600200"/>
            <a:ext cx="4754880" cy="457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1673352"/>
            <a:ext cx="42062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FFFFFF"/>
                </a:solidFill>
                <a:latin typeface="Leelawadee UI"/>
              </a:rPr>
              <a:t>ปลอดภัย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331720"/>
            <a:ext cx="4114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21F30"/>
                </a:solidFill>
                <a:latin typeface="Leelawadee UI"/>
              </a:rPr>
              <a:t>ยังไม่เอาไปใส่รายงาน BEV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800600"/>
            <a:ext cx="94183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B45309"/>
                </a:solidFill>
                <a:latin typeface="Leelawadee UI"/>
              </a:rPr>
              <a:t>ปล่อย pending ไว้ได้ ถ้ายังไม่มั่นใจ — มันปลอดภัยเสมอ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อนุมัติ BEV ต้องมีหลักฐาน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ไฟล์เดียวที่ต้องแก้: backend/config/model_powertrain_review.csv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0020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ใช้คำว่า BEV เท่านั้น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3134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31343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ใส่หลักฐาน ใครตรวจ และวันที่ (YYYY-MM-DD)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0266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02666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ห้ามใช้คำว่า EV ต้องใช้ BEV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73989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73989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ห้ามเดา BEV จากชื่อรุ่นอย่างเดียว ต้องมีหลักฐานจริง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07492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2563EB"/>
                </a:solidFill>
                <a:latin typeface="Leelawadee UI"/>
              </a:rPr>
              <a:t>แก้เสร็จ บันทึก แล้วรัน MONTHLY_UPDATE.bat อีกครั้ง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ก่อนเผยแพร่ ต้องตรวจใหญ่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ทุกครั้งก่อนปล่อยเว็บจริง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63040"/>
            <a:ext cx="6675120" cy="96012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926080" y="1673352"/>
            <a:ext cx="630936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2563EB"/>
                </a:solidFill>
                <a:latin typeface="Leelawadee UI"/>
              </a:rPr>
              <a:t>ดับเบิลคลิก BUILD_RELEASE.bat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4320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ถ้าผ่าน ค่อยเผยแพร่ได้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45643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345643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ถ้าไม่ผ่าน ห้ามเผยแพร่เด็ดขาด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966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16966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แก้ปัญหาแล้วรันใหม่ จนกว่าจะผ่าน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BUILD_RELEASE = ตรวจข้อมูล + ตรวจเว็บครบทุกอย่างก่อนปล่อย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เผยแพร่เว็บจริงบน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ทำหลัง BUILD_RELEASE.bat ผ่านแล้วเท่านั้น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เปิดหน้าโปรเจกต์บน GitHub แล้วกดแท็บ Actions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เลือกงานที่ชื่อ Deploy dashboard to GitHub Pages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กดปุ่ม Run 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รอให้สถานะเป็นสีเขียว (เสร็จเรียบร้อย)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57784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เว็บจริงเป็นเว็บแบบสถิต ไม่เก็บรหัสส่วนตัว ไม่รับข้อมูลจากผู้เข้าชม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ลบได้ ถ้าอยากเก็บบ้านให้สะอาด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ลบแล้วระบบจะสร้างใหม่เองเมื่อรันครั้งหน้า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169163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2121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logs/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5544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709160" y="169163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121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reports/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55448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366760" y="169163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12140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frontend/.next/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347472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51560" y="361187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041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__pycache__/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347472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709160" y="361187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4041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.pytest_cache/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60" y="3474720"/>
            <a:ext cx="3200400" cy="1188720"/>
          </a:xfrm>
          <a:prstGeom prst="roundRect">
            <a:avLst>
              <a:gd name="adj" fmla="val 12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66760" y="3611879"/>
            <a:ext cx="1005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400" b="1">
                <a:solidFill>
                  <a:srgbClr val="16A34A"/>
                </a:solidFill>
                <a:latin typeface="Leelawadee UI"/>
              </a:rPr>
              <a:t>ลบได้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041648"/>
            <a:ext cx="2743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21F30"/>
                </a:solidFill>
                <a:latin typeface="Leelawadee UI"/>
              </a:rPr>
              <a:t>.tmp/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548640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Leelawadee UI"/>
              </a:rPr>
              <a:t>ถ้าไม่แน่ใจ อย่าลบ — เก็บไว้ก่อนปลอดภัยกว่า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ห้ามลบไฟล์สำคัญเด็ดขาด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ไฟล์เหล่านี้ถ้าลบแล้วระบบจะพัง ต้องมีคนเทคนิคช่วยกลับมา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ห้ามลบไฟล์ในโฟลเดอร์ backend/config/ (brand_map, model_map, powertrain_map,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ห้ามลบไฟล์ข้อมูลเว็บ frontend/public/data/*.json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ห้ามลบ backend/output/test_9_masterModel.xlsx (ไฟล์แม่)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DC2626"/>
                </a:solidFill>
                <a:latin typeface="Leelawadee UI"/>
              </a:rPr>
              <a:t>ห้าม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ห้ามแก้ไฟล์ JSON ด้วยมือ และห้ามแก้ไฟล์โค้ด .py / .bat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48640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B45309"/>
                </a:solidFill>
                <a:latin typeface="Leelawadee UI"/>
              </a:rPr>
              <a:t>กฎทอง:  ไม่มั่นใจ = หยุด แล้วถามก่อน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ดูแลรักษาแบบง่าย 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งานหลักมีแค่ไม่กี่อย่างต่อเดือน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รัน MONTHLY_UPDATE.bat เดือนละครั้ง หลังได้ไฟล์ใหม่จาก DLT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อ่าน reports/monthly_operator_summary.txt ว่าเรียบร้อยไหม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ถ้ามีรุ่น Pending ให้ตรวจแล้วกรอกข้อมูลในไฟล์ 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ทำ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ก่อนเผยแพร่ รัน BUILD_RELEASE.bat ให้ผ่านก่อนเสมอ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486400"/>
            <a:ext cx="96926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B45309"/>
                </a:solidFill>
                <a:latin typeface="Leelawadee UI"/>
              </a:rPr>
              <a:t>กฎทอง:  ทำตามคู่มือสม่ำเสมอ ระบบก็อยู่ได้นาน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ปัญหาที่พบบ่อย แล้วแก้ยังไง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อาการ + สาเหตุ + วิธีแก้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463040"/>
            <a:ext cx="82296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15727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Leelawadee UI"/>
              </a:rPr>
              <a:t>ไฟล์ Excel หาย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3852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ลืมวางไฟล์ใหม่ หรือไฟล์ไม่ครบ 2 ไฟล์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วางไฟล์ให้ครบ 2 ไฟล์ แล้วรันใหม่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463040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309360" y="1463040"/>
            <a:ext cx="82296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572768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Leelawadee UI"/>
              </a:rPr>
              <a:t>รันแล้ว Excel ค้าง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38528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มีไฟล์ Excel เปิดค้างอยู่บนเครื่อง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ปิด Excel ทุกหน้าต่าง แล้วรันใหม่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035808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3035808"/>
            <a:ext cx="82296" cy="13716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3145536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C2626"/>
                </a:solidFill>
                <a:latin typeface="Leelawadee UI"/>
              </a:rPr>
              <a:t>ขึ้นคำว่า EV ผิด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511296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พิมพ์ EV ในไฟล์ review แทน BEV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แก้เป็น BEV พร้อมหลักฐาน แล้วรันใหม่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35808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09360" y="3035808"/>
            <a:ext cx="82296" cy="13716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3145536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Leelawadee UI"/>
              </a:rPr>
              <a:t>BUILD_RELEASE ไม่ผ่าน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511296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ข้อมูลหรือไฟล์ review ไม่ผ่านการตรวจ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อ่านข้อความ error แล้วแก้ แล้วรันใหม่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608576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" y="4608576"/>
            <a:ext cx="82296" cy="13716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7280" y="4718304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563EB"/>
                </a:solidFill>
                <a:latin typeface="Leelawadee UI"/>
              </a:rPr>
              <a:t>เว็บเปิดไม่ได้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84064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เซิร์ฟเวอร์ยังไม่ขึ้น หรือติดตั้งค้าง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ลองเปิด http://localhost:3001 หรือรัน START.bat อีกครั้ง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4608576"/>
            <a:ext cx="5212080" cy="13716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4608576"/>
            <a:ext cx="82296" cy="13716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83680" y="4718304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16A34A"/>
                </a:solidFill>
                <a:latin typeface="Leelawadee UI"/>
              </a:rPr>
              <a:t>มี Pending เยอะ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084064"/>
            <a:ext cx="47548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475569"/>
                </a:solidFill>
                <a:latin typeface="Leelawadee UI"/>
              </a:rPr>
              <a:t>สาเหตุ: มีรุ่นใหม่รอตรวจ — ปกติและปลอดภัย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121F30"/>
                </a:solidFill>
                <a:latin typeface="Leelawadee UI"/>
              </a:rPr>
              <a:t>แก้: รีวิวเท่าที่มั่นใจ ที่เหลือปล่อย pending ไว้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ถ้ารันไม่ผ่าน ทำตามนี้ทีละขั้น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ข้อมูลเก่าไม่หาย ระบบออกแบบให้ปลอดภัย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อ่านข้อความสรุปที่ reports/monthly_operator_summary.txt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เปิดไฟล์ log ล่าสุดในโฟลเดอร์ logs/ เพื่อดูรายละเอียด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ทำตามที่ข้อความบอก (มันจะบอกไฟล์ แถว คอลัมน์ ต้องแก้อะไร)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แก้ให้ถูกแล้วรัน MONTHLY_UPDATE.bat อีกครั้ง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9496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สาเหตุเจอบ่อย: ไฟล์หาย / Excel เปิดค้าง / พิมพ์ EV แทน BEV / review CSV ผิด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ติดปัญหา ใช้ OpenCode ช่วยได้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OpenCode = ผู้ช่วย AI ที่อ่านโปรเจกต์นี้เข้าใจทั้งหมด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2514600" cy="23774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51560" y="201168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21031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หาสาเหตุ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69748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Leelawadee UI"/>
              </a:rPr>
              <a:t>อ่าน log + สรุป หาว่าปัญหาจริงคืออะไร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514600" cy="23774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749039" y="201168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49039" y="21031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แก้ไขให้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9748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Leelawadee UI"/>
              </a:rPr>
              <a:t>แก้ไฟล์ให้เอง ตรวจสอบแล้วบอกผล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691640"/>
            <a:ext cx="2514600" cy="23774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446520" y="201168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6520" y="21031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รันให้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69748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Leelawadee UI"/>
              </a:rPr>
              <a:t>รันอัปเดต / รันตรวจ / ทดสอบได้เอง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691640"/>
            <a:ext cx="2514600" cy="23774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9144000" y="2011680"/>
            <a:ext cx="2057400" cy="457200"/>
          </a:xfrm>
          <a:prstGeom prst="roundRect">
            <a:avLst>
              <a:gd name="adj" fmla="val 3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2103120"/>
            <a:ext cx="2057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Leelawadee UI"/>
              </a:rPr>
              <a:t>เผยแพร่เว็บ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2697480"/>
            <a:ext cx="20574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475569"/>
                </a:solidFill>
                <a:latin typeface="Leelawadee UI"/>
              </a:rPr>
              <a:t>ช่วย build และ deploy ขึ้น GitHub ได้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452628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563EB"/>
                </a:solidFill>
                <a:latin typeface="Leelawadee UI"/>
              </a:rPr>
              <a:t>ถามเป็นภาษาไทยได้เลย เช่น  “BUILD_RELEASE ไม่ผ่าน ดู log ให้หน่อย”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349240"/>
            <a:ext cx="9692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OpenCode อ่านไฟล์ในโปรเจกต์นี้ได้ จึงเข้าใจว่าระบบทำงานยังไง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วิธีใช้ 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เริ่มใช้ครั้งแรกใน 4 ขั้น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19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463040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เปิดโฟลเดอร์โปรเจกต์ (car_dlt)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76272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76272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เปิดหน้าต่างคำสั่ง (terminal) ตรงโฟลเดอร์นี้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889504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2563EB"/>
                </a:solidFill>
                <a:latin typeface="Leelawadee U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889504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พิมพ์คำว่า  opencode  แล้วกด Enter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602736"/>
            <a:ext cx="1051560" cy="45720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8288" rIns="18288" rtlCol="0" anchor="ctr"/>
          <a:lstStyle/>
          <a:p>
            <a:pPr algn="ctr"/>
            <a:r>
              <a:rPr sz="1700" b="1">
                <a:solidFill>
                  <a:srgbClr val="16A34A"/>
                </a:solidFill>
                <a:latin typeface="Leelawadee U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3602736"/>
            <a:ext cx="94183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121F30"/>
                </a:solidFill>
                <a:latin typeface="Leelawadee UI"/>
              </a:rPr>
              <a:t>พิมพ์เล่าปัญหาเป็นภาษาไทย แล้วกด Enter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5394960"/>
            <a:ext cx="98755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B45309"/>
                </a:solidFill>
                <a:latin typeface="Leelawadee UI"/>
              </a:rPr>
              <a:t>ยิ่งเล่าละเอียด เช่น เอาไฟล์สรุป + log วางให้ ยิ่งได้คำตอบเร็ว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ตัวอย่างคำถามที่ถามได้บ่อย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ใช้ภาษาไทยธรรมดาได้ ไม่ต้องรู้เทคนิค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46304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97280" y="1581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เปิดเว็บดูข้อมูล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9202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“เปิดเว็บดูข้อมูลเดือนล่าสุดให้หน่อย”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0" y="158191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อัปเดตเดือนใหม่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92024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“ฉันวางไฟล์ Excel ใหม่ไว้แล้ว ช่วยอัปเดตข้อมูล”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88036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97280" y="29992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ตรวจก่อนปล่อย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3375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“ช่วยรัน BUILD_RELEASE ตรวจให้หน่อยผ่านไหม”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88036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99923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เผยแพร่เว็บ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3756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“ช่วย deploy เว็บขึ้น GitHub Pages ให้หน่อย”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29768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44165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แก้ปัญหา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7548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“BUILD_RELEASE ไม่ผ่าน อ่าน log แล้วช่วยแก้ให้”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4297680"/>
            <a:ext cx="5212080" cy="1207008"/>
          </a:xfrm>
          <a:prstGeom prst="roundRect">
            <a:avLst>
              <a:gd name="adj" fmla="val 1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83680" y="4416552"/>
            <a:ext cx="47548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2563EB"/>
                </a:solidFill>
                <a:latin typeface="Leelawadee UI"/>
              </a:rPr>
              <a:t>ดูข้อมูล pending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754880"/>
            <a:ext cx="47548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21F30"/>
                </a:solidFill>
                <a:latin typeface="Leelawadee UI"/>
              </a:rPr>
              <a:t>“มีรุ่นรถ pending ใหม่ ช่วยดูว่าควรอนุมัติไหม”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92608"/>
            <a:ext cx="109728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121F30"/>
                </a:solidFill>
                <a:latin typeface="Leelawadee UI"/>
              </a:rPr>
              <a:t>กฎทอง 3 ข้อ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จำให้ขึ้นใจ ใช้ได้ทุกวัน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92024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881360" y="641908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475569"/>
                </a:solidFill>
                <a:latin typeface="Leelawadee UI"/>
              </a:rPr>
              <a:t>21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554480"/>
            <a:ext cx="10515600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" y="1554480"/>
            <a:ext cx="82296" cy="11430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88720" y="1691639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B45309"/>
                </a:solidFill>
                <a:latin typeface="Leelawadee UI"/>
              </a:rPr>
              <a:t>ไม่มั่นใจ = หยุด แล้วถาม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1488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อย่าเดา อย่ากดผิด อย่าลบ ปลอดภัยไว้ก่อน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926080"/>
            <a:ext cx="10515600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" y="2926080"/>
            <a:ext cx="82296" cy="11430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DC2626"/>
                </a:solidFill>
                <a:latin typeface="Leelawadee UI"/>
              </a:rPr>
              <a:t>ข้อมูลสำคัญห้ามลบ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config / JSON / masterModel / ไฟล์โค้ด — ห้ามแตะ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80"/>
            <a:ext cx="10515600" cy="11430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2960" y="4297680"/>
            <a:ext cx="82296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4434840"/>
            <a:ext cx="9875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2563EB"/>
                </a:solidFill>
                <a:latin typeface="Leelawadee UI"/>
              </a:rPr>
              <a:t>ปุ่ม 3 ปุ่มพอใช้ได้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489204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475569"/>
                </a:solidFill>
                <a:latin typeface="Leelawadee UI"/>
              </a:rPr>
              <a:t>START / MONTHLY_UPDATE / BUILD_RELEASE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852160"/>
            <a:ext cx="9875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475569"/>
                </a:solidFill>
                <a:latin typeface="Leelawadee UI"/>
              </a:rPr>
              <a:t>มีปัญหาทิ้งไว้ไม่ได้ ให้ AI / OpenCode ช่วย หรือถามทีมงาน Mick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1561</Words>
  <Application>Microsoft Office PowerPoint</Application>
  <PresentationFormat>Widescreen</PresentationFormat>
  <Paragraphs>253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Leelawadee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ea1notebook15@outlook.com</cp:lastModifiedBy>
  <cp:revision>1</cp:revision>
  <dcterms:created xsi:type="dcterms:W3CDTF">2013-01-27T09:14:16Z</dcterms:created>
  <dcterms:modified xsi:type="dcterms:W3CDTF">2026-07-31T07:12:19Z</dcterms:modified>
  <cp:category/>
</cp:coreProperties>
</file>